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Ejemplo ilustrativo: distribucion por categoria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Urgente</c:v>
                </c:pt>
                <c:pt idx="1">
                  <c:v>Consulta simple</c:v>
                </c:pt>
                <c:pt idx="2">
                  <c:v>Venta compleja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</c:v>
                </c:pt>
                <c:pt idx="1">
                  <c:v>54</c:v>
                </c:pt>
                <c:pt idx="2">
                  <c:v>28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1874520"/>
            <a:ext cx="9509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operaciones mediante KPIs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analitica de datos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920240" y="33375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3: de los datos del laboratorio de n8n a indicadores accionables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de Automatizacion  |  Continuacion del proyecto de modulo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DE LA CLASE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cubrimos y que no cubrimos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clase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Jerarquia dato, metrica e indicador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 bueno (y accionable) a un KPI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dato como precondicion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workflow para calcular KPIs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automaticas por umbral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el objetivo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visual de dashboards (UX de datos)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Estadistica avanzada o modelado predictivo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como especializacion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crudo al indicador de control</a:t>
            </a:r>
            <a:endParaRPr lang="en-US" sz="2400" dirty="0"/>
          </a:p>
        </p:txBody>
      </p:sp>
      <p:pic>
        <p:nvPicPr>
          <p:cNvPr id="4" name="Image 0" descr="/home/claude/jerarqu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00200"/>
            <a:ext cx="873252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 numero es un KPI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 y medible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formula exacta, no una impresion general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meta y umbral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de referencia que define exito o alerta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dueno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rol responsable de reaccionar, no solo de mirarlo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9828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baja, alguien sabe exactamente que hacer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988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tecnica minima que exigiremos por cada KPI: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 |  Formula  |  Fuente de datos  |  Frecuencia  |  Meta  |  Responsable  |  Accion si incumple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clasificaciones utiles para ubicar un KPI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(lider)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27614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un resultado. Ej: volumen de correos entrantes por hora.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9319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(rezagado)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51560" y="43616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un resultado ya ocurrido. Ej: tiempo promedio de respuesta del mes.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317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0" y="27614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un proceso puntual, dia a dia. Es el nivel que trabajamos hoy.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9319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Estrategico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0" y="43616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negocio en su conjunto (ej. Balanced Scorecard). Fuera del alcance de hoy.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KPI es tan bueno como el dato que lo alimenta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LLM clasifica bien? ¿Que tasa de error es aceptable?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pierden correos por fallos del trigger?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dato llega a tiempo para decidir con el?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rastrear el KPI hasta el correo de origen?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esto resuelto en parte: nuestro workflow de la clase anterior ya registra correo, categoria, accion y fecha por cada ejecucion. Esa trazabilidad de origen es exactamente lo que hace posible construir KPIs confiables hoy.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DEL LABORATORIO ANTERIOR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workflow de triage ya es nuestra fuente de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en la clase anterior no era solo automatizacion de correo: sin buscarlo, ya armamos un pipeline de datos operativos.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0520" y="25603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remitente de cada caso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60520" y="32461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urgente, consulta simple o venta compleja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 tomada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39319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respuesta automatica o revision manual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17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0520" y="46177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temporal que permite calcular tiempos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partimos de cero: partimos de un registro real generado por nuestra propia automatizacion.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indicadores para poner a prueba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primera respuesta, por categoria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SLA en correos urgentes (&lt; 15 min)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de carga por categoria de correo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intervencion humana sobre el total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126480" y="16916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ilustrativos: cada equipo calculara sus valores reales en el laboratorio.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a decision: agregacion y alertas</a:t>
            </a:r>
            <a:endParaRPr lang="en-US" sz="2400" dirty="0"/>
          </a:p>
        </p:txBody>
      </p:sp>
      <p:pic>
        <p:nvPicPr>
          <p:cNvPr id="4" name="Image 0" descr="/home/claude/extension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554480"/>
            <a:ext cx="74980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y como se evalua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tecnica de 3 a 4 KPIs por equipo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06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n8n extendido con calculo y una alerta por umbral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 enlace del reporte / dashboard resultante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343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corta sobre limitaciones de calidad de dato encontradas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05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349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evalua formula + meta + accion asociada. Un grafico correcto sin esos tres elementos no cuenta como KPI.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2026-09-01T08:07:31Z</dcterms:created>
  <dcterms:modified xsi:type="dcterms:W3CDTF">2026-09-01T08:07:31Z</dcterms:modified>
</cp:coreProperties>
</file>