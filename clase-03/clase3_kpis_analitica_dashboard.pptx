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Ejemplo ilustrativo: distribucion por categoria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Urgente</c:v>
                </c:pt>
                <c:pt idx="1">
                  <c:v>Consulta simple</c:v>
                </c:pt>
                <c:pt idx="2">
                  <c:v>Venta compleja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18</c:v>
                </c:pt>
                <c:pt idx="1">
                  <c:v>54</c:v>
                </c:pt>
                <c:pt idx="2">
                  <c:v>28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920240" y="1874520"/>
            <a:ext cx="9509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operaciones mediante KPIs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analitica de datos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920240" y="33375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3: de los datos del laboratorio de n8n a indicadores accionables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9202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de Automatizacion  |  Continuacion del proyecto de modulo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 DE LA CLASE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cubrimos y que no cubrimos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clase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Jerarquia dato, metrica e indicador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hace bueno (y accionable) a un KPI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del dato como precondicion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workflow para calcular KPIs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automaticas por umbral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el objetivo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26974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visual de dashboards (UX de datos)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Estadistica avanzada o modelado predictivo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como especializacion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dato crudo al indicador de control</a:t>
            </a:r>
            <a:endParaRPr lang="en-US" sz="2400" dirty="0"/>
          </a:p>
        </p:txBody>
      </p:sp>
      <p:pic>
        <p:nvPicPr>
          <p:cNvPr id="4" name="Image 0" descr="/home/claude/jerarqu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00200"/>
            <a:ext cx="873252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todo numero es un KPI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Especifico y medible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formula exacta, no una impresion general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meta y umbral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20440" y="28803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valor de referencia que define exito o alerta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dueno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0" y="28803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rol responsable de reaccionar, no solo de mirarlo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20116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98280" y="288036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baja, alguien sabe exactamente que hacer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9884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tecnica minima que exigiremos por cada KPI: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 |  Formula  |  Fuente de datos  |  Frecuencia  |  Meta  |  Responsable  |  Accion si incumple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clasificaciones utiles para ubicar un KPI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423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(lider)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51560" y="27614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 un resultado. Ej: volumen de correos entrantes por hora.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93192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023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(rezagado)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51560" y="43616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un resultado ya ocurrido. Ej: tiempo promedio de respuesta del mes.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349240" cy="3749040"/>
          </a:xfrm>
          <a:prstGeom prst="roundRect">
            <a:avLst>
              <a:gd name="adj" fmla="val 2927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33172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423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766560" y="27614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un proceso puntual, dia a dia. Es el nivel que trabajamos hoy.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3931920"/>
            <a:ext cx="4709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023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Estrategico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66560" y="4361688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negocio en su conjunto (ej. Balanced Scorecard). Fuera del alcance de hoy.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KPI es tan bueno como el dato que lo alimenta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LLM clasifica bien? ¿Que tasa de error es aceptable?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pierden correos por fallos del trigger?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dato llega a tiempo para decidir con el?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2103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15400" y="27432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puede rastrear el KPI hasta el correo de origen?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720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tenemos esto resuelto en parte: nuestro workflow de la clase anterior ya registra correo, categoria, accion y fecha por cada ejecucion. Esa trazabilidad de origen es exactamente lo que hace posible construir KPIs confiables hoy.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DEL LABORATORIO ANTERIOR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workflow de triage ya es nuestra fuente de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 en la clase anterior no era solo automatizacion de correo: sin buscarlo, ya armamos un pipeline de datos operativos.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60520" y="25603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y remitente de cada caso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60520" y="32461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urgente, consulta simple o venta compleja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931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 tomada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39319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respuesta automatica o revision manual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17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60520" y="46177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 temporal que permite calcular tiempos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partimos de cero: partimos de un registro real generado por nuestra propia automatizacion.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indicadores para poner a prueba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2120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primera respuesta, por categoria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SLA en correos urgentes (&lt; 15 min)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 de carga por categoria de correo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intervencion humana sobre el total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126480" y="169164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ilustrativos: cada equipo calculara sus valores reales en el laboratorio.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 a decision: agregacion y alertas</a:t>
            </a:r>
            <a:endParaRPr lang="en-US" sz="2400" dirty="0"/>
          </a:p>
        </p:txBody>
      </p:sp>
      <p:pic>
        <p:nvPicPr>
          <p:cNvPr id="4" name="Image 0" descr="/home/claude/extension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554480"/>
            <a:ext cx="749808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DEL LABORATORIO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dashboard ya consume el dataset de triage</a:t>
            </a:r>
            <a:endParaRPr lang="en-US" sz="2400" dirty="0"/>
          </a:p>
        </p:txBody>
      </p:sp>
      <p:pic>
        <p:nvPicPr>
          <p:cNvPr id="4" name="Image 0" descr="/home/claude/dashboard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9326880" cy="54490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652784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recharts, filtros en vivo por plan, categoria y rango de fechas. Los mismos conceptos de las diapositivas 3 a 6, ahora en datos reales del dataset.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ABRIR EL ARCHIVO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Visualizar dashboard_triage_soporte.jsx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es un componente de React que depende de recharts y lucide-react: no se abre solo con doble clic, hay dos formas de verlo.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3886200"/>
          </a:xfrm>
          <a:prstGeom prst="roundRect">
            <a:avLst>
              <a:gd name="adj" fmla="val 2824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rapida: sin instalar nada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Abre un chat nuevo en claude.ai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Copia todo el contenido de dashboard_triage_soporte.jsx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Pegalo en el mensaje y pide: "renderiza este componente de React"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EA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Claude lo muestra como artifact interactivo, con recharts y lucide-react ya disponibles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5349240" cy="3886200"/>
          </a:xfrm>
          <a:prstGeom prst="roundRect">
            <a:avLst>
              <a:gd name="adj" fmla="val 2824"/>
            </a:avLst>
          </a:prstGeom>
          <a:solidFill>
            <a:srgbClr val="F7F9FD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560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 local: para el laboratorio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29400" y="31089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npm create vite@latest dashboard-triage -- --template react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cd dashboard-triage &amp;&amp; npm install recharts lucide-react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Copia dashboard_triage_soporte.jsx a src/ y usalo como src/App.jsx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 npm run dev y abre la URL local que indica la terminal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y como se evalua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tecnica de 3 a 4 KPIs por equipo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606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n8n extendido con calculo y una alerta por umbral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4747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o enlace del reporte / dashboard resultante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343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corta sobre limitaciones de calidad de dato encontradas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16205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3492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evalua formula + meta + accion asociada. Un grafico correcto sin esos tres elementos no cuenta como KPI.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2026-09-01T22:49:09Z</dcterms:created>
  <dcterms:modified xsi:type="dcterms:W3CDTF">2026-09-01T22:49:09Z</dcterms:modified>
</cp:coreProperties>
</file>